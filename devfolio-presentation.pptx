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64592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DEVFOLIO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Developer Portfolio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Manage · Share your professional profile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devfolio.uz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Next.js  ·  NestJS  ·  PostgreSQL  ·  Docker  ·  AWS S3  ·  GitHub Actions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548640"/>
            <a:ext cx="22860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594360"/>
            <a:ext cx="219456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Portfolio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.create({
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'sardor'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Why do developers struggle with professional portfolios?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Time Consuming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Building a portfolio website from scratch takes weeks of effort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14300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4300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Technical Barrier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Not all developers are comfortable with frontend design and 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Maintenance Overhead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Keeping multiple platforms (LinkedIn, GitHub, personal site) in sync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7744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37744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 Export 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Hard to turn online profiles into professional PDF/DOCX documents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Zero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insight into who views your profile or where they come from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611880"/>
            <a:ext cx="42062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61188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Not Shareable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single clean URL to share across applications and social media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URL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 shareable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portfolio link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Projects, Skills,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Experience &amp; more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Google, 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or Email login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96012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Exports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PDF &amp; DOCX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download formats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73152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Devfolio is a full-stack web platform where software engineers can create, manage, and share a complete professional portfolio in minutes — without writing a single line of HTML.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30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Each user gets a public URL: devfolio.uz/u/[username]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Portfolio sections are editable through a clean dashboard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33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Export your portfolio as PDF or DOCX anytime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6285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535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View analytics — who visited, from where, and when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Email + OTP, Google OAuth, GitHub OAuth, password reset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633472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86868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051560"/>
            <a:ext cx="502920" cy="5029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Portfolio Sections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Projects, Skills, Experience, Education, Certificates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633472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86868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05156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Public Profiles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Shareable link at /u/[username] — clean and professional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633472"/>
            <a:ext cx="27432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PDF / DOCX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Download your portfolio as a formatted document anytime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8328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Profile 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Track views by IP, country, and referral source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4645152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17220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093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Cloud File Uploads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3977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Avatar and certificate files stored securely on AWS S3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645152"/>
            <a:ext cx="2743200" cy="64008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Next.js 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React 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Tailwind CSS v4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NestJS 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TypeScript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Passport.js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Swagger/OpenAPI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64008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PostgreSQL 16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Prisma 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Auto migrations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8036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Auth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JWT Access/Refresh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Google OAuth2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941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GitHub OAuth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OTP Email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880360"/>
            <a:ext cx="64008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AWS S3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Avatar uploads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3941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Certificate files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2880360"/>
            <a:ext cx="27432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2880360"/>
            <a:ext cx="64008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Infra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550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Docker Compose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Nginx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941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GitHub Actions CI/CD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VPS + SSL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Authentication Flows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Email / Password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OTP email verification on signup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Google OAuth2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04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One-click Google account 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⚫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GitHub OAuth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63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Login with GitHub account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66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Password Reset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22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Secure email-based reset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841248"/>
            <a:ext cx="41148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41248"/>
            <a:ext cx="41148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Security Measures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3898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JWT Access + Refresh Tokens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5819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Short-lived access, long-lived refresh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9933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1975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Helmet.js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1854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HTTP security headers protection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596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25786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Rate Limiting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2788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Throttle API requests per IP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Crypto OTP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3924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Server-generated one-time passwords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8039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3785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Input Validation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9959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DTO-level validation on all endpoints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6002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6002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96012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Title, description, tech stack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GitHub/live links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Featured flag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Cover image upload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57400" y="841248"/>
            <a:ext cx="16002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841248"/>
            <a:ext cx="1600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96012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4884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Skill name and category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468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Proficiency level (1-5)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Group by frontend / backend / tools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94760" y="841248"/>
            <a:ext cx="16002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94760" y="841248"/>
            <a:ext cx="1600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960120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8620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Work Experience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Company, role, duration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86200" y="2468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Description of responsibilities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8620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Current/past toggle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32120" y="841248"/>
            <a:ext cx="16002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841248"/>
            <a:ext cx="1600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960120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62356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Education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Institution and degree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23560" y="2468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Field of study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Start / end dates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841248"/>
            <a:ext cx="16002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841248"/>
            <a:ext cx="160020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7818120" y="960120"/>
            <a:ext cx="502920" cy="50292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8181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36092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Certificates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60920" y="1965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Certificate name &amp; issuer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60920" y="2468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Issue date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6092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Upload PDF/Image to AWS S3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sections are CRUD-enabled via REST API  ·  Full Swagger documentation at api.devfolio.uz/docs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&amp; Export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📊  Profile Analytics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840480" cy="5029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Total Views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Lifetime visit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508760"/>
            <a:ext cx="256032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011680"/>
            <a:ext cx="3840480" cy="5029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39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Unique Visitors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258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Tracked by IP address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103120"/>
            <a:ext cx="256032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06040"/>
            <a:ext cx="3840480" cy="5029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Country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852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Geographic breakdown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2697480"/>
            <a:ext cx="256032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200400"/>
            <a:ext cx="3840480" cy="5029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27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Referral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447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How visitors found you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3291840"/>
            <a:ext cx="256032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794760"/>
            <a:ext cx="3840480" cy="5029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View Timeline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Visit history over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3886200"/>
            <a:ext cx="256032" cy="25603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841248"/>
            <a:ext cx="411480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841248"/>
            <a:ext cx="4114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📤  Portfolio Export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00600" y="1371600"/>
            <a:ext cx="3840480" cy="1554480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371600"/>
            <a:ext cx="64008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PDF Export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1828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Formatted A4 layout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All sections included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Professional typography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Instant download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063240"/>
            <a:ext cx="3840480" cy="1554480"/>
          </a:xfrm>
          <a:prstGeom prst="rect">
            <a:avLst/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063240"/>
            <a:ext cx="64008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DOCX Export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Editable Word document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Headings and sections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Compatible with MS Word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Perfect for HR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&amp;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2344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⬆️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git push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main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389888"/>
            <a:ext cx="20116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1709928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9928" y="868680"/>
            <a:ext cx="1234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709928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09928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44368" y="1389888"/>
            <a:ext cx="20116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5536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45536" y="868680"/>
            <a:ext cx="12344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145536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45536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Build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9976" y="1389888"/>
            <a:ext cx="20116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1144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868680"/>
            <a:ext cx="1234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81144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VPS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Deploy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15584" y="1389888"/>
            <a:ext cx="20116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16752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6752" y="868680"/>
            <a:ext cx="1234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016752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016752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Proxy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51192" y="1389888"/>
            <a:ext cx="20116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868680"/>
            <a:ext cx="123444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2360" y="868680"/>
            <a:ext cx="1234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960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52360" y="14447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SSL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Certbot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240280"/>
            <a:ext cx="2011680" cy="2606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240280"/>
            <a:ext cx="20116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" y="2743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API container (port 4000)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" y="32004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Web container (port 3000)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36576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PostgreSQL container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9768" y="4114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Volume persistence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2240280"/>
            <a:ext cx="2011680" cy="2606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68880" y="22402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257860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Nginx Reverse Proxy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78608" y="2743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Routes /api → NestJS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78608" y="32004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Routes / → Next.js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78608" y="36576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SSL termination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78608" y="4114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Static asset caching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2240280"/>
            <a:ext cx="2011680" cy="2606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24028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72744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GitHub Actions CI/CD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27448" y="2743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Trigger: push to main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27448" y="32004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SSH deploy to VPS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27448" y="36576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Auto docker rebuild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27448" y="4114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Zero-downtime deploys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2240280"/>
            <a:ext cx="2011680" cy="2606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224028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6" name="Text 54"/>
          <p:cNvSpPr/>
          <p:nvPr/>
        </p:nvSpPr>
        <p:spPr>
          <a:xfrm>
            <a:off x="6876288" y="2331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VPS &amp; SSL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76288" y="27432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Ubuntu VPS server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76288" y="32004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Certbot SSL (Let's Encrypt)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76288" y="36576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Auto HTTPS renewal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76288" y="41148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Custom domain devfolio.uz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9488">
              <a:alpha val="7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0D9488"/>
                </a:solidFill>
              </a:rPr>
              <a:t>DEVFOLIO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Build. Share. Get Hired.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🔐 Auth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1368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📁 Portfolio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🌐 Public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9704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📊 Analytics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33872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📤 PDF/DOCX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691640"/>
            <a:ext cx="1298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6916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☁️ AWS S3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40280"/>
            <a:ext cx="384048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240280"/>
            <a:ext cx="3840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🌐  Live Platform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devfolio.uz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43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api.devfolio.uz/docs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Swagger API documentation 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github.com/ESardorbe/devfolio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240280"/>
            <a:ext cx="41148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240280"/>
            <a:ext cx="4114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🚀  Roadmap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79806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2770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AI-powered bio generator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11810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Portfolio theme customization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43814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Multi-language support (i18n)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75818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Team/company portfolios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07822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4050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QR code for public profile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398264"/>
            <a:ext cx="137160" cy="137160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Mobile app (React Native)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Developed by Sardorbek Egamberdiyev  ·  2024-2025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Devfolio - Developer Portfolio Platform</dc:title>
  <dc:subject>PptxGenJS Presentation</dc:subject>
  <dc:creator>Sardorbek Egamberdiyev</dc:creator>
  <cp:lastModifiedBy>Sardorbek Egamberdiyev</cp:lastModifiedBy>
  <cp:revision>1</cp:revision>
  <dcterms:created xsi:type="dcterms:W3CDTF">2026-05-12T02:56:34Z</dcterms:created>
  <dcterms:modified xsi:type="dcterms:W3CDTF">2026-05-12T02:56:34Z</dcterms:modified>
</cp:coreProperties>
</file>